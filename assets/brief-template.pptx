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215568a064714" /><Relationship Type="http://schemas.openxmlformats.org/officeDocument/2006/relationships/extended-properties" Target="/docProps/app.xml" Id="R5bc06a9bcd5943ab" /><Relationship Type="http://schemas.openxmlformats.org/officeDocument/2006/relationships/officeDocument" Target="/ppt/presentation.xml" Id="Ra5e76f9972fb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89e92e14047c3"/>
  </p:sldMasterIdLst>
  <p:notesMasterIdLst>
    <p:notesMasterId xmlns:r="http://schemas.openxmlformats.org/officeDocument/2006/relationships" r:id="R20f4500533314a3d"/>
  </p:notesMasterIdLst>
  <p:sldIdLst>
    <p:sldId xmlns:r="http://schemas.openxmlformats.org/officeDocument/2006/relationships" id="256" r:id="R4b3c696847b741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1f22f04214f9a" /><Relationship Type="http://schemas.openxmlformats.org/officeDocument/2006/relationships/slideMaster" Target="/ppt/slideMasters/slideMaster1.xml" Id="Re9b89e92e14047c3" /><Relationship Type="http://schemas.openxmlformats.org/officeDocument/2006/relationships/notesMaster" Target="/ppt/notesMasters/notesMaster1.xml" Id="R20f4500533314a3d" /><Relationship Type="http://schemas.openxmlformats.org/officeDocument/2006/relationships/presProps" Target="/ppt/presProps.xml" Id="R4b24b76bbc4c4761" /><Relationship Type="http://schemas.openxmlformats.org/officeDocument/2006/relationships/tableStyles" Target="/ppt/tableStyles.xml" Id="R3357bf98a45e48e7" /><Relationship Type="http://schemas.openxmlformats.org/officeDocument/2006/relationships/slide" Target="/ppt/slides/slide1.xml" Id="R4b3c696847b741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261fda6b6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7ab8c2edb47a7" /><Relationship Type="http://schemas.openxmlformats.org/officeDocument/2006/relationships/notesMaster" Target="/ppt/notesMasters/notesMaster1.xml" Id="R878a1fd12ce544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references and input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a983d073e42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afa12b6e2450b" /><Relationship Type="http://schemas.openxmlformats.org/officeDocument/2006/relationships/slideLayout" Target="/ppt/slideLayouts/slideLayout1.xml" Id="R335c01015f9548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c01015f9548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e839cda784c51" /><Relationship Type="http://schemas.openxmlformats.org/officeDocument/2006/relationships/notesSlide" Target="/ppt/notesSlides/notesSlide1.xml" Id="R1edc5775cb9d4c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F06E7-A54A-418D-8F43-6B05B6B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62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362F"/>
                </a:solidFill>
                <a:latin typeface="Arial"/>
                <a:ea typeface="Arial"/>
                <a:cs typeface="Arial"/>
              </a:rPr>
              <a:t>Strategy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4DDB2-3E4C-4EEA-9691-0650F3F7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6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2F"/>
                </a:solidFill>
                <a:latin typeface="Arial"/>
                <a:ea typeface="Arial"/>
                <a:cs typeface="Arial"/>
              </a:rPr>
              <a:t>Supporting reasoning and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84DF3-9882-4426-8967-2B9083EC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78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78078"/>
                </a:solidFill>
                <a:latin typeface="Arial"/>
                <a:ea typeface="Arial"/>
                <a:cs typeface="Arial"/>
              </a:rPr>
              <a:t>Draft · Strategy Canvas</a:t>
            </a:r>
          </a:p>
        </p:txBody>
      </p:sp>
    </p:spTree>
    <p:extLst>
      <p:ext uri="{BB962C8B-B14F-4D97-AF65-F5344CB8AC3E}">
        <p14:creationId xmlns:p14="http://schemas.microsoft.com/office/powerpoint/2010/main" val="46479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2026-09-10T09:38:06.2700000Z</dcterms:created>
  <dcterms:modified xsi:type="dcterms:W3CDTF">2026-09-10T09:38:06.2700000Z</dcterms:modified>
</coreProperties>
</file>